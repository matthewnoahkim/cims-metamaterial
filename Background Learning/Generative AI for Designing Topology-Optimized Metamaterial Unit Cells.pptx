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ea067293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ea067293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e936d75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e936d75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ea067293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ea067293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ea06729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ea06729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ea067293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ea06729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ea067293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ea067293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ea067293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ea06729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ea067293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ea06729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ea067293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ea067293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AI for Designing Topology-Optimized Metamaterial Unit Cells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unit cell is a small repeating building block, like one LEGO brick with a shape cut into it.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Tile copies of the block into a grid to build a whole sheet of material.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shape inside the </a:t>
            </a:r>
            <a:r>
              <a:rPr lang="en"/>
              <a:t>block</a:t>
            </a:r>
            <a:r>
              <a:rPr lang="en"/>
              <a:t> describes how the whole sheet behaves, not just the base material.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Dense block → stiff and strong material.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Hinges and angled struts → auxetic material (flattens when pulled).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Open pores that collapse in a controlled way → energy absorber for crashes.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Hypothesis: Yes, a generative AI model can learn patterns from topology-optimized metamaterial designs and generate new candidate unit cells with useful mechanical behavior.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 Optimization (TO)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Give a fixed space, loads, supports, and a material budget: where do you put material for best performance?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Split the region into a grid of finite elements; each gets a density from 0 (void) to 1 (solid)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SIMP method pushed gray densities toward clean 0 or 1 with a penalization factor.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Optimizer loops: solve FE problem, measure objective, compute sensitivities, update densities, repeat.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Structural TO minimizes compliance maximizes stiffness. Metamaterial TO tunes effective properties.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Pitfall 1 - slow: expensive FE solves, return for every new condition.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Pitfall 2 - local optima: the raw 0-2 problem is ill-posed and needs regularization (filters).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Codes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Sigmund (2001), 99-line MATLAB code: original compact educational implementation. SIMP + optimality-criteria update + mesh-independency filter. Seeded the whole field.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Andreassen et al. (2011), 88-line code: the successor. ~100x faster on a 7500-element benchmark via vectorization and memory preallocation; adds a proper density filter.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generative model trains on thousands of optimized layouts. These minimal solvers are the cheapest way to produce that training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Eschenauer &amp; Olhoff (2001) review: explains why the raw problem is ill-posed and surveys micro- vs macro-structure approaches.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Metamaterials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Behavior comes from architecture, not just the base material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Design one representative unit cell (RUC), then tile it. May need to repeat 5-10 times </a:t>
            </a:r>
            <a:r>
              <a:rPr lang="en"/>
              <a:t>before</a:t>
            </a:r>
            <a:r>
              <a:rPr lang="en"/>
              <a:t> having uniformly.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Homogenization with periodic boundary conditions compute the cell’s effective properties as if it were one smooth material.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Reachable</a:t>
            </a:r>
            <a:r>
              <a:rPr lang="en"/>
              <a:t> targets: high stiffness-to-weight, tunable bulk/shear modulus, and negative Poisson’s ratio (auxetic).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DiffMat targets a full stress-strain curve; a flat plateau means steady energy absorption over a long stroke.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Tricky: the geometry-to-property link is one-to-many. Different shapes can give nearly identical behavior, so inverse design is hard.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Images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2D cell is an image on a </a:t>
            </a:r>
            <a:r>
              <a:rPr lang="en"/>
              <a:t>pixel</a:t>
            </a:r>
            <a:r>
              <a:rPr lang="en"/>
              <a:t> grid: black = solid, white = void. ‘Microstructure’ and ‘image’ mean the same thing.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Simple and complete, and it matches the FE mesh one-to-one (each </a:t>
            </a:r>
            <a:r>
              <a:rPr lang="en"/>
              <a:t>pixel</a:t>
            </a:r>
            <a:r>
              <a:rPr lang="en"/>
              <a:t> = one design variable).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Lets you reuse image AI: CNNs, U-Nets, GANs, diffusion models. This is the bridge to the AI toolbox.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Sizes: Kollmann 128x128, TopoDiff and DiffMat 64x64. DiffMat uses mirror symmetry to design just one quarter.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Raw output is grayscale, so you threshold (e.g. &gt;= 0.5 → solid) to get a clean manufacturable shape.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Watch for floating (disconnected) material: looks fine in pixels but cannot be build and adds no strength.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AI Models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Encoder-decoder (U-Net, ResUNet): compress to a latent code, expand back. Kollmann maps inputs straight to one optimized layout.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GANs: generator vs discriminator. Fast (~0.06 s) but hard to train, generalize poorly, chase pixel similarity, often leave floating material.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Diffusion</a:t>
            </a:r>
            <a:r>
              <a:rPr lang="en"/>
              <a:t>: add noise step by step, then learn to reverse it. Better quality, more stable, steerable.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TopoDiff: 8x lower performance error and 11x fewer indeasible designs than TopologyGAN; cost is speed (~21.6 s/design)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Conditioning: extra input channels, cross-attention (DiffMat injects the target curve), and guidance (TopoDiff nudges toward low compliance + manufacturability).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and Evaluation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Dataset sizes: Kollman 30,000 cells; TopoDiff 33,000 structures (plus guidance sets); DiffMat 30,000 cells.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Pixel</a:t>
            </a:r>
            <a:r>
              <a:rPr lang="en"/>
              <a:t>-wise error is the wrong metric: a small </a:t>
            </a:r>
            <a:r>
              <a:rPr lang="en"/>
              <a:t>pixel</a:t>
            </a:r>
            <a:r>
              <a:rPr lang="en"/>
              <a:t> error can hide a large performance error.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TopoDiff scores compliance error, volume fraction error, load violation, and floating material instead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DiffMat validates with real experiments: machined 304 stainless steel cells, </a:t>
            </a:r>
            <a:r>
              <a:rPr lang="en"/>
              <a:t>compression</a:t>
            </a:r>
            <a:r>
              <a:rPr lang="en"/>
              <a:t> tested.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Notable: models invent shapes not in the training set that still hit the target </a:t>
            </a:r>
            <a:r>
              <a:rPr lang="en"/>
              <a:t>behavior</a:t>
            </a:r>
            <a:r>
              <a:rPr lang="en"/>
              <a:t> and survive real tests.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 shapes are free-form and intricate; 3D printing reproduces them at no extra cost. Before additive manufacturing, many were discarded as unbuildable.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Payoffs: lighter parts and lifetime cost savings (fuel, shipping), less material waste, smaller carbon footprint.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Solves specific problems too: avoiding resonance, </a:t>
            </a:r>
            <a:r>
              <a:rPr lang="en"/>
              <a:t>managing</a:t>
            </a:r>
            <a:r>
              <a:rPr lang="en"/>
              <a:t> thermal stress, controlling crash collapse.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Applications (aerospace (Airbus A380 edge rib), </a:t>
            </a:r>
            <a:r>
              <a:rPr lang="en"/>
              <a:t>automotive</a:t>
            </a:r>
            <a:r>
              <a:rPr lang="en"/>
              <a:t> (printed Light Rider frame), medical (lattice implants, scaffolds).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 vs generative design: TO needs a human CAD model and returns one result; generative design removes that starting model. The AI papers sit closer to generative design.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Software: nTopology, SOLIDWORKS, Fusion 260, Creo, Altair OptiStruct, Tosca Structure.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Topology optimization finds the best shape to cut into one block (the Sigmund/Andreassen codes implement this).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block is a metamaterial unit cell; because it repeats, the shape sets the effective properties. Homogenization measures them.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Write the block as a binary image so a vision model can read and produce it.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generative model learns from thousands of </a:t>
            </a:r>
            <a:r>
              <a:rPr lang="en"/>
              <a:t>optimized</a:t>
            </a:r>
            <a:r>
              <a:rPr lang="en"/>
              <a:t> blocks, then designs new ones on demand from a target property in seconds.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3D printing makes the result real, since additive manufactures handles exactly the complex shapes TO produces.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